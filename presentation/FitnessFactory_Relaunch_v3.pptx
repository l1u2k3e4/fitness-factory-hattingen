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Fitness Factory Hattingen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E70711"/>
                </a:solidFill>
                <a:latin typeface="Arial"/>
              </a:rPr>
              <a:t>Website-Neuauftritt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99999"/>
                </a:solidFill>
                <a:latin typeface="Arial"/>
              </a:rPr>
              <a:t>Von der digitalen Visitenkarte
zum Mitglieder-Magneten.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Die eine Frage.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10515600" cy="228600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Hilft deine Website dabei,
neue Mitglieder zu gewinnen?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31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70711"/>
                </a:solidFill>
                <a:latin typeface="Arial"/>
              </a:rPr>
              <a:t>Wenn nein, arbeitet sie gegen dich.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Arial"/>
              </a:rPr>
              <a:t>Jedes Mitglied, das den Kursplan nicht findet,
jede Navigation, die verwirrt — kostet dich Geld.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Website heute</a:t>
            </a:r>
          </a:p>
        </p:txBody>
      </p:sp>
      <p:pic>
        <p:nvPicPr>
          <p:cNvPr id="3" name="Picture 2" descr="01-startse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343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0711"/>
                </a:solidFill>
                <a:latin typeface="Arial"/>
              </a:rPr>
              <a:t>3 Kernprobleme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103120"/>
            <a:ext cx="4114800" cy="548640"/>
          </a:xfrm>
          <a:prstGeom prst="roundRect">
            <a:avLst>
              <a:gd name="adj" fmla="val 30000"/>
            </a:avLst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SEO: Google sieht euch nicht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834640"/>
            <a:ext cx="4114800" cy="548640"/>
          </a:xfrm>
          <a:prstGeom prst="roundRect">
            <a:avLst>
              <a:gd name="adj" fmla="val 30000"/>
            </a:avLst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60% mobil — kein CTA sichtbar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566160"/>
            <a:ext cx="4114800" cy="548640"/>
          </a:xfrm>
          <a:prstGeom prst="roundRect">
            <a:avLst>
              <a:gd name="adj" fmla="val 30000"/>
            </a:avLst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 Seiten → 404-Fehler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→ Title-Tag ist nur "Home –" statt "Fitnessstudio Hattingen"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→ Kein Sticky-CTA, kein WhatsApp, kein Click-to-Call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→ Kursplan, FAQ, Kontakt führen ins Nichts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9999"/>
                </a:solidFill>
                <a:latin typeface="Arial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Schwachstellen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CCC"/>
                </a:solidFill>
                <a:latin typeface="Arial"/>
              </a:rPr>
              <a:t>Was Besucher heute erleben —
und warum sie nicht wiederkommen.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Navigation &amp;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0711"/>
                </a:solidFill>
                <a:latin typeface="Arial"/>
              </a:rPr>
              <a:t>VORHER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70711"/>
                </a:solidFill>
                <a:latin typeface="Arial"/>
              </a:rPr>
              <a:t>✕  </a:t>
            </a:r>
            <a:r>
              <a:rPr sz="1300">
                <a:solidFill>
                  <a:srgbClr val="CCCCCC"/>
                </a:solidFill>
                <a:latin typeface="Arial"/>
              </a:rPr>
              <a:t>13 Links ohne Hierarchie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70711"/>
                </a:solidFill>
                <a:latin typeface="Arial"/>
              </a:rPr>
              <a:t>✕  </a:t>
            </a:r>
            <a:r>
              <a:rPr sz="1300">
                <a:solidFill>
                  <a:srgbClr val="CCCCCC"/>
                </a:solidFill>
                <a:latin typeface="Arial"/>
              </a:rPr>
              <a:t>Kein CTA im Header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70711"/>
                </a:solidFill>
                <a:latin typeface="Arial"/>
              </a:rPr>
              <a:t>✕  </a:t>
            </a:r>
            <a:r>
              <a:rPr sz="1300">
                <a:solidFill>
                  <a:srgbClr val="CCCCCC"/>
                </a:solidFill>
                <a:latin typeface="Arial"/>
              </a:rPr>
              <a:t>Mobil: unsortierte Textliste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70711"/>
                </a:solidFill>
                <a:latin typeface="Arial"/>
              </a:rPr>
              <a:t>✕  </a:t>
            </a:r>
            <a:r>
              <a:rPr sz="1300">
                <a:solidFill>
                  <a:srgbClr val="CCCCCC"/>
                </a:solidFill>
                <a:latin typeface="Arial"/>
              </a:rPr>
              <a:t>Conversion-Punkte versteckt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Arial"/>
              </a:rPr>
              <a:t>NACHHER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6 klare Hauptpunkte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"Jetzt anrufen"-Button im Header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Full-Screen Mobile-Nav mit Icons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Sticky CTA beim Scrollen</a:t>
            </a:r>
          </a:p>
        </p:txBody>
      </p:sp>
      <p:pic>
        <p:nvPicPr>
          <p:cNvPr id="7" name="Picture 6" descr="FitnessFactory.0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5029200" cy="2828925"/>
          </a:xfrm>
          <a:prstGeom prst="rect">
            <a:avLst/>
          </a:prstGeom>
        </p:spPr>
      </p:pic>
      <p:pic>
        <p:nvPicPr>
          <p:cNvPr id="8" name="Picture 7" descr="FitnessFactory.00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5029200" cy="2828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Besucher findet in 2 Sekunden, wonach er sucht.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Kursplan &amp; Bewertungen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Kursplan — vorher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Reine Tabelle ohne Filter.
Keine Kursbeschreibungen.
Keine Anmelde-Option.
16 Kurse — keiner wird emotional verkauft.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Kursplan — nachher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Klickbares Grid mit Trainer-Foto.
Filter: Cardio · Kraft · Entspannung.
Jeder Kurs mit Beschreibung + CTA.
→ Aus Tabelle wird Kurs-Erlebnis.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4,9 ★ bei 167 Bewertungen — versteckt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Google-Bewertungen nirgendwo
auf der Startseite sichtbar.
Kein Link zum Google-Profil.
→ Stärkster Beweis komplett ungenutzt.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4,9 ★ — jetzt auf jeder Seite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Trust-Bar mit echten Stimmen.
Google-Logo + Sterne-Widget.
Counter-Animation beim Scrollen.
→ 167 stille Bewertungen werden Verkäufer.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Details, die Vertrauen kosten.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0711"/>
                </a:solidFill>
                <a:latin typeface="Arial"/>
              </a:rPr>
              <a:t>Was Besucher sofort sehen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gmx.de-Mailadresse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Wirkt nicht professionell. Domain-Mail ist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"MitglieDschaft" — Tippfehler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Signalisiert: Hier prüft niemand die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Öffnungszeiten fehlen teilweise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Besucher wissen nicht, wann sie kommen können.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SEPA-Formular öffentlich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Bankdaten (IBAN, Geburtsdatum) auf der Website.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Kein Team- / Trainer-Bereich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Kein Gesicht, kein Name, keine persönliche Bindung.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70711"/>
                </a:solidFill>
                <a:latin typeface="Arial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Instagram ohne Wirkung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532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Kein einheitlicher Look, veraltete Highlights.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Das Studio ist besser als sein Auftritt. Das kostet Vertrauen.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9999"/>
                </a:solidFill>
                <a:latin typeface="Arial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Der Neuauftritt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CCC"/>
                </a:solidFill>
                <a:latin typeface="Arial"/>
              </a:rPr>
              <a:t>Gebaut für Google.
Gebaut für Handys.
Gebaut für Kunden.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Header &amp;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Arial"/>
              </a:rPr>
              <a:t>Die ersten 3 Sekunden verkaufen.
Der Rest der Seite bestätigt nur noch.</a:t>
            </a:r>
          </a:p>
        </p:txBody>
      </p:sp>
      <p:pic>
        <p:nvPicPr>
          <p:cNvPr id="4" name="Picture 3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760720" cy="3240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Starke Headline: "Dein Gym in Hattingen"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TrustBar: 4,9 ★ · 167 Bewertungen · 16 Kurse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Primär-CTA: "Probetraining sichern" (Rot)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Sekundär: "Jetzt anrufen" (Outline)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Sticky CTA-Bar nach 30% Scroll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Claim, Beweis, CTA — alles above the fold.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Leistungen &amp; Preise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Leistungen — neu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663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Aus generischen Icons werden
echte Räume und echte Versprechen.
• Jede Leistung mit echtem Foto
• Nutzen-Claims statt Feature-Listen
• 8 Kernleistungen im 2×4 Grid
• CTA: "Alle Leistungen live erleben"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Preise — neu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663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3 Pakete. 1 klarer Favorit.
Preise werden verkauft, nicht gelistet.
• Basis (55€) · Standard (45€) · Premium (35€)
• "Beliebteste Wahl" rot markiert
• Fremdgeh-Aktion als Trigger
• CTA pro Tarif: "Jetzt Probetraining"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"Alles inklusive" wird "Das bekommst du bei uns — und so fühlt es sich an."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Kursplan &amp; FAQ</a:t>
            </a:r>
          </a:p>
        </p:txBody>
      </p:sp>
      <p:pic>
        <p:nvPicPr>
          <p:cNvPr id="3" name="Picture 2" descr="03-kurs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9317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FAQ — strukturiert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3 Kategorien: Mitgliedschaft · Kurse · Wellness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Ausklappbar, max. 3 Sätze pro Antwort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Kein Juristen-Deutsch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Abschluss-CTA: "Jetzt WhatsApp schreiben"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CAF50"/>
                </a:solidFill>
                <a:latin typeface="Arial"/>
              </a:rPr>
              <a:t>✓  </a:t>
            </a:r>
            <a:r>
              <a:rPr sz="1300">
                <a:solidFill>
                  <a:srgbClr val="CCCCCC"/>
                </a:solidFill>
                <a:latin typeface="Arial"/>
              </a:rPr>
              <a:t>Versprechen: Antwort in unter 2 Stunden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Jede beantwortete Frage ist eine gewonnene Mitgliedschaft.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Kontakt &amp; Footer</a:t>
            </a:r>
          </a:p>
        </p:txBody>
      </p:sp>
      <p:pic>
        <p:nvPicPr>
          <p:cNvPr id="3" name="Picture 2" descr="05-konta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9317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Google-Maps-Embed mit echtem Standort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"Route planen"-Button (iOS / Android)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Öffnungszeiten live: "Jetzt geöffnet · schließt um 22:00"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WhatsApp-Shortcut direkt daneben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CAF50"/>
                </a:solidFill>
                <a:latin typeface="Arial"/>
              </a:rPr>
              <a:t>✓  </a:t>
            </a:r>
            <a:r>
              <a:rPr sz="1400">
                <a:solidFill>
                  <a:srgbClr val="CCCCCC"/>
                </a:solidFill>
                <a:latin typeface="Arial"/>
              </a:rPr>
              <a:t>Footer als zweite Startseite mit allen Infos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Aus "Weitere Fragen?" wird "Ich komme jetzt vorbei."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Mobile-First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99"/>
                </a:solidFill>
                <a:latin typeface="Arial"/>
              </a:rPr>
              <a:t>68% der Besucher kommen mobil.
Jetzt funktioniert es.</a:t>
            </a:r>
          </a:p>
        </p:txBody>
      </p:sp>
      <p:pic>
        <p:nvPicPr>
          <p:cNvPr id="4" name="Picture 3" descr="FitnessFactory.0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029200" cy="2828925"/>
          </a:xfrm>
          <a:prstGeom prst="rect">
            <a:avLst/>
          </a:prstGeom>
        </p:spPr>
      </p:pic>
      <p:pic>
        <p:nvPicPr>
          <p:cNvPr id="5" name="Picture 4" descr="FitnessFactory.0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0711"/>
                </a:solidFill>
                <a:latin typeface="Arial"/>
              </a:rPr>
              <a:t>VORHER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AF50"/>
                </a:solidFill>
                <a:latin typeface="Arial"/>
              </a:rPr>
              <a:t>NACHHER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Sticky CTA · WhatsApp · Click-to-Call · Alles im Sichtfeld.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9999"/>
                </a:solidFill>
                <a:latin typeface="Arial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Mehr als
eine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CCC"/>
                </a:solidFill>
                <a:latin typeface="Arial"/>
              </a:rPr>
              <a:t>Was zusätzlich im Paket steckt.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99"/>
                </a:solidFill>
                <a:latin typeface="Arial"/>
              </a:rPr>
              <a:t>Texte, Kurse, Öffnungszeiten — alles selbst ändern.
Ohne Webentwickler. Ohne Wartezeit.</a:t>
            </a:r>
          </a:p>
        </p:txBody>
      </p:sp>
      <p:pic>
        <p:nvPicPr>
          <p:cNvPr id="4" name="Picture 3" descr="FitnessFactory.0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515600" cy="5915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Die Website wird zur Plattform. Das Team behält die Kontrolle.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Instagram &amp; Bildbearbeitung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99"/>
                </a:solidFill>
                <a:latin typeface="Arial"/>
              </a:rPr>
              <a:t>Ein Auftritt, der zum Studio passt.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Neuer Bio-Text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743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Value Proposition, CTA, Adresse.
In 5 Sekunden lesbar.
"Jetzt Probetraining sichern"
statt leerer Bio-Link.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Highlight-Covers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2743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Schwarzer Kreis, roter Rahmen,
weißes Icon. Konsistent.
Training · Sauna · Gym ·
Kurse ·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Bildbearbeitung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31720"/>
            <a:ext cx="2743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Vorhandene Fotos aufgewertet.
Belichtung, Kontrast, Markenrot.
Premium-Look ohne
neues Shooting.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→ Profil wird zur Visitenkarte. Jeder Klick zählt.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Der Preis des Nichtstuns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70711"/>
                </a:solidFill>
                <a:latin typeface="Arial Black"/>
              </a:rPr>
              <a:t>68%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kommen mobil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Arial"/>
              </a:rPr>
              <a:t>Und finden den
Kursplan nicht.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82880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70711"/>
                </a:solidFill>
                <a:latin typeface="Arial Black"/>
              </a:rPr>
              <a:t>3 Sek.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Entscheidungszeit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Arial"/>
              </a:rPr>
              <a:t>Dann ist der
Besucher weg.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82880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2103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70711"/>
                </a:solidFill>
                <a:latin typeface="Arial Black"/>
              </a:rPr>
              <a:t>~2.430€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entgangener Umsatz / Monat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Arial"/>
              </a:rPr>
              <a:t>~90 verlorene Kontakte.
~5% davon = Mitglieder.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70711"/>
                </a:solidFill>
                <a:latin typeface="Arial"/>
              </a:rPr>
              <a:t>Jeder Tag ohne Änderung kostet Mitgliedschaften.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Farbwelt &amp; Marke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Arial"/>
              </a:rPr>
              <a:t>Sechs Farben. Ein klares Versprechen.
Direkt aus dem Logo abgeleitet.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Weiß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Hintergrund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Hellrot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Buttons, CTA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8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C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8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8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Logo, Akzent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7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721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7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Dunkelrot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Tiefe,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6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300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6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Braun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6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Logo-Detail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15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15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Schwarz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1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Arial"/>
              </a:rPr>
              <a:t>Headlines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0711"/>
                </a:solidFill>
                <a:latin typeface="Arial"/>
              </a:rPr>
              <a:t>Logo-Empfehlung: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Blitz vereinfachen oder durch neues Symbol ersetzen — "ITNESS" statt "FITNESS" liest sich falsch.
Flach, modern, skalierbar — wie FitX, John Reed, Urban Sports Club.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Arial"/>
              </a:rPr>
              <a:t>Vom Ist-Zustand zum Neuauftritt — in 4 Wochen.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47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Freigabe Farbwelt &amp; Typografie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Woche 1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70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Logo-Neugestaltung &amp; Bildbearbeitung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Woche 1–2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93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Website-Relaunch mit neuem Kursplan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Woche 2–3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Instagram-Update &amp; Highlight-Covers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Woche 3–4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E7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38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Live-Gang &amp; Feinschliff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Woche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2860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Bereit?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CCC"/>
                </a:solidFill>
                <a:latin typeface="Arial"/>
              </a:rPr>
              <a:t>Nach Freigabe:
7 Tage bis Live-Gang.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Arial"/>
              </a:rPr>
              <a:t>Lass uns starten.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Die Website ist fertig.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70711"/>
                </a:solidFill>
                <a:latin typeface="Arial"/>
              </a:rPr>
              <a:t>Sie wartet auf dein 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Arial"/>
              </a:rPr>
              <a:t>Luke Kozik
Web Development &amp; Digital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AkquiseFlow  ·  Neue Kunden. Automatisch.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